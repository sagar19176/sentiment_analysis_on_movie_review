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Accuracy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Random Guess</c:v>
                </c:pt>
                <c:pt idx="1">
                  <c:v>Our Model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50</c:v>
                </c:pt>
                <c:pt idx="1">
                  <c:v>88.5</c:v>
                </c:pt>
              </c:numCache>
            </c:numRef>
          </c:val>
        </c:ser>
        <c:gapWidth val="150"/>
        <c:overlap val="0"/>
        <c:axId val="46974300"/>
        <c:axId val="4001191"/>
      </c:barChart>
      <c:catAx>
        <c:axId val="46974300"/>
        <c:scaling>
          <c:orientation val="minMax"/>
        </c:scaling>
        <c:delete val="0"/>
        <c:axPos val="b"/>
        <c:numFmt formatCode="[$-400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001191"/>
        <c:crosses val="autoZero"/>
        <c:auto val="1"/>
        <c:lblAlgn val="ctr"/>
        <c:lblOffset val="100"/>
        <c:noMultiLvlLbl val="0"/>
      </c:catAx>
      <c:valAx>
        <c:axId val="4001191"/>
        <c:scaling>
          <c:orientation val="minMax"/>
          <c:max val="100"/>
          <c:min val="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697430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EB6305-3839-4A4B-B662-E1FDE9FB77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B65967-0705-44C5-9EDC-66AD60CFBB2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47E4DC-171E-45D0-91B3-1A60C8382CA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D62903-2CD4-43F9-AB85-242385DF787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333CBD-79CB-4D7B-BA96-2608B2949CF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F49C86-4708-4169-8D55-02A96F8AE5A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2FB579-2C29-4488-99DA-535BE6C98D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0481F9-AE38-4CAB-A96A-B29D5C6A53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FBD9C0-B089-42EF-B8A1-9624E434664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237508-2B07-418A-A7A6-9AFDCC2BC3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EA8B95-95F9-421C-8488-2989952DDB4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SENTIMENT ANALYSIS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On Movie Reviews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Sagar Kumar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Roll No: 231950036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B.Tech CSE (AI &amp; ML)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Maharaja Ranjit Singh Punjab Technical University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Introduction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41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Sentiment Analysis is the computational study of opinions, sentiments, and emotions towards entities.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 this project, we analyze Movie Reviews to classify them into binary categories: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Positive (Thumbs Up / Good)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Negative (Thumbs Down / Bad)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leverages Natural Language Processing (NLP) to automate understanding human language.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Problem &amp; Objectives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Problem: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Manual analysis of thousands of reviews is impossible. Businesses need a way to instantly gauge public opinion without reading every single comment.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Objective: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 sentiment classification.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Achieve high accuracy (&gt;85%).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Visualize data for quick insights.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Rectangle 2"/>
          <p:cNvSpPr/>
          <p:nvPr/>
        </p:nvSpPr>
        <p:spPr>
          <a:xfrm>
            <a:off x="360000" y="2865960"/>
            <a:ext cx="1828440" cy="914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Input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(IMDB Dataset)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ight Arrow 3"/>
          <p:cNvSpPr/>
          <p:nvPr/>
        </p:nvSpPr>
        <p:spPr>
          <a:xfrm>
            <a:off x="1991160" y="318600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2448360" y="2865960"/>
            <a:ext cx="1828440" cy="914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Preprocessing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(Cleaning)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5"/>
          <p:cNvSpPr/>
          <p:nvPr/>
        </p:nvSpPr>
        <p:spPr>
          <a:xfrm>
            <a:off x="4277160" y="318600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4734360" y="2865960"/>
            <a:ext cx="1828440" cy="914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Vectorization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(TF-IDF)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ight Arrow 7"/>
          <p:cNvSpPr/>
          <p:nvPr/>
        </p:nvSpPr>
        <p:spPr>
          <a:xfrm>
            <a:off x="6563160" y="3186000"/>
            <a:ext cx="456840" cy="27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8"/>
          <p:cNvSpPr/>
          <p:nvPr/>
        </p:nvSpPr>
        <p:spPr>
          <a:xfrm>
            <a:off x="6991560" y="2865960"/>
            <a:ext cx="1828440" cy="9140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(Prediction)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/>
          </p:nvPr>
        </p:nvSpPr>
        <p:spPr>
          <a:xfrm>
            <a:off x="410760" y="87444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Raw text contains noise. We apply 4 cleaning steps: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Lowercasing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Standardize all text to lower case (e.g., 'Movie' -&gt; 'movie').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HTML Removal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Strip tags like &lt;br&gt; that add no sentiment value.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Stopword Removal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Remove common words like 'the', 'is', 'at'.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Stemming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Reduce words to root form (e.g., 'Acting' -&gt; 'Act').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title"/>
          </p:nvPr>
        </p:nvSpPr>
        <p:spPr>
          <a:xfrm>
            <a:off x="410760" y="-6264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Preprocessing Pipeline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Machine Learning Approach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Feature Extraction: TF-IDF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Term Frequency-Inverse Document Frequency.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weighs words based on importance. Unique descriptors get higher scores.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Algorithm: Logistic Regression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Chosen for its efficiency with sparse data.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Highly interpretable and fast.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Excellent baseline for binary classification tasks.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Results &amp; Performance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Chart 2"/>
          <p:cNvGraphicFramePr/>
          <p:nvPr/>
        </p:nvGraphicFramePr>
        <p:xfrm>
          <a:off x="1828800" y="1828800"/>
          <a:ext cx="5486040" cy="411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9" name="TextBox 3"/>
          <p:cNvSpPr/>
          <p:nvPr/>
        </p:nvSpPr>
        <p:spPr>
          <a:xfrm>
            <a:off x="1828800" y="612648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model achieved 88.5% Accuracy on the Test Set.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User Interface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 functional dashboard was built using Streamlit.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Real-time Input: Users can type any review.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Instant Feedback: Classifies sentiment in milliseconds.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Confidence Score: Displays probability (e.g., 98% Positive).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Visualizations: Shows Confusion Matrix and Data Balance charts.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Future Scope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Deep Learning Integration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Implementing LSTM networks to understand context/sarcasm better.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Transformers (BERT)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Using pre-trained models to push accuracy beyond 95%.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Social Media Connection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Connecting to Twitter API for live trend sentiment tracking.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This project successfully demonstrates how unstructured raw text can be converted into structured insights.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solves the problem of manual review analysis with high efficiency and accuracy.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 use of Logistic Regression and TF-IDF proved to be a robust baseline for this classification task.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Questions?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Thank You for your attention.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ctr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br>
              <a:rPr sz="2400"/>
            </a:b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Sagar Kumar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Roll No: 231950036</a:t>
            </a:r>
            <a:br>
              <a:rPr sz="2400"/>
            </a:b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Dept. of CSE (AI &amp; ML)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2025-11-18T19:46:07Z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